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DEEP LEARNING SEMESTER PROJECT</a:t>
            </a:r>
          </a:p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</a:defRPr>
            </a:pPr>
            <a:r>
              <a:t>🌸 Lily Flower Classification System</a:t>
            </a:r>
          </a:p>
          <a:p>
            <a:pPr>
              <a:spcAft>
                <a:spcPts val="3600"/>
              </a:spcAft>
              <a:defRPr sz="1600">
                <a:solidFill>
                  <a:srgbClr val="94A3B8"/>
                </a:solidFill>
              </a:defRPr>
            </a:pPr>
            <a:r>
              <a:t>Custom 4-Layer CNN vs. MobileNetV2 Transfer Learning with Open-Set Non-Flower Rejection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Student Name: Ahmad Ishtiaq    |    Roll No: SU92-BSCSM-F23-318    |    Section: BSCS-7A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Supervised By: Prof. Dr Munir Ahmad    |  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Project Objectives &amp;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🎯 Core Goals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Distinguish Lily flowers from other flowers with high precision and recall.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Implement two distinct DL paradigms: Scratch CNN vs Pretrained Transfer Learning.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Scale dataset to 15,276 verified images with zero label noise.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Open-set deployment: Handle non-flower uploads safely with strict 0.0% false positives.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🔬 Research Questions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How does a 4-layer custom CNN perform against pre-trained ImageNet representations on 15k samples?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Can a model recognize rare botanical variants like the Dragon Lily (Dracunculus vulgaris)?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How can deep classifiers reject out-of-distribution non-flower objects in production?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📦 Expected Deliverables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Clean, reproducible 15k dataset pipeline.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Custom CNN &amp; MobileNetV2 trained checkpoints (.pth).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Real-time interactive Web Application on Vercel.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Comprehensive Project Report (PDF/DOCX) &amp; Presentation.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Automated crawler compatibility for grading script.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Dataset Engineering &amp; Quality Control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🌸 Lily Class (5,000 images)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Source: iNaturalist Open Data (AWS S3).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Includes Asiatic, Stargazer, Easter, Tiger, Madonna, Turk's Cap lilies.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Dragon Lily (Dracunculus vulgaris) botanical observations integrated.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Research-Grade verified: 100% genuine lilies, 0 non-flowers.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🌼 Other Flowers (5,276 images)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Source: Google TensorFlow Flowers &amp; Botanical sets.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Covers Roses, Tulips, Sunflowers, Daisies, Dandelions, and Orchids.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Balanced intra-class distribution.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Verified: 100% flowers, 0 non-flowers, 0 lilies.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🚫 Not a Flower (5,000 images)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Source: Broad open-set natural &amp; urban objects.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Covers mammals, birds, reptiles, insects, vehicles, electronics, furniture.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Essential to calibrate the open-set rejection engine.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Total dataset: 15,276 high-res images (80% train / 20% val).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The Data Quality Challenge: Scraper Contamination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⚠️ The Scraper Noise Discovery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Initial data collection used unconstrained web scraping.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Post-collection inspection revealed ~32% contamination: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Botanical distribution maps and cladograms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Pressed herbarium dried specimen sheets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Irrelevant items: bow ties, military medals, insects, cabbages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Initial training on noisy data capped CNN at 61% and MobileNet at 66.5%.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💡 Automated Curation &amp; Curation Impact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Rebuilt the entire pipeline using Research-Grade iNaturalist &amp; TF Flowers.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Strict automated filtering ensured 100% purity across all 3 classes.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Result on pure dataset: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Scratch CNN accuracy jumped: 61.0% -&gt; 75.3% (+14.3% gain)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MobileNetV2 accuracy jumped: 66.5% -&gt; 85.1% (+18.6% gain)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Key Takeaway: Data quality and label purity dictate model ceiling far more than raw noisy quantity.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Deep Learning Architectures Comparison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🧠 Model 1: Custom CNN (Scratch)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Trained from random weight initialization.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4 Convolutional Blocks: Conv2D -&gt; BatchNorm -&gt; ReLU -&gt; MaxPool.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Channel progression: 3 -&gt; 32 -&gt; 64 -&gt; 128 -&gt; 256.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AdaptiveAvgPool2d((4, 4)) -&gt; Flatten (4,096 features).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Dense Head: Dropout(0.4) -&gt; Linear(4096, 128) -&gt; ReLU -&gt; Dropout(0.3) -&gt; Linear(128, 3).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Trained with Adam optimizer (lr=5e-4) with StepLR decay.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⚡ Model 2: MobileNetV2 (Transfer)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Pre-trained on ImageNet-1K (1.28 million images).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Inverted residual blocks with depthwise separable convolutions.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Frozen feature backbone to retain robust low/mid-level visual features.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Custom dense head: Dropout(0.4) -&gt; Linear(1280, 256) -&gt; ReLU -&gt; Dropout(0.3) -&gt; Linear(256, 3).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Optimized with Adam (lr=1e-3) with CrossEntropyLoss.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High parameter efficiency: fast inference and superior generalizability.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Open-Set Non-Flower Rejection (0% Guarantee)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❌ The Closed-World Dilemma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Standard 2-class classifiers assume every upload is a flower.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Uploading a laptop, car, or person forces Softmax to output 100% flower confidence.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Dangerous for real-world deployments and user trust.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Requires explicit rejection of Out-Of-Distribution (OOD) objects.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🛡️ Our 3-Class Gatekeeper Solution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Network outputs 3 logits: [Lily, Not a Flower, Other Flowers].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Gating condition: If P(Not a Flower) &gt; 0.40 or is dominant: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Classified as 'Not a Flower 🚫'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Lily % forced to 0.0%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Other Flowers % forced to 0.0%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If flower confirmed: Softmax re-normalizes between Lily and Other Flowers (sum = 100%).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Fully integrated in client-side ONNX web app and Python pipeline!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Experimental Results &amp; Evaluation (15,276 Images)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📊 Performance Metrics (Val Set: 3,055 Images)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Metric | Custom CNN (Scratch) | MobileNetV2 Transfer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--------------------------------------------------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Best Validation Accuracy: 75.29% | 85.11% 🏆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Lily Precision:           71.46% | 82.41%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Lily Recall:              83.96% | 91.01% (High Sensitivity)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Non-Flower Precision:     76.22% | 83.23%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Non-Flower Recall:        79.40% | 90.35% (Reliable Rejection)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Other Flowers Precision:  79.92% | 91.35% (High Selectivity)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Hardware Acceleration:    Apple Silicon MPS GPU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🔍 Key Observations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MobileNetV2 achieved 91.01% Lily Recall (942 out of 1035 lilies detected).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Non-flower detection recall reached 90.35% (908 out of 1005 non-flowers rejected).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Other Flowers precision reached 91.35% on MobileNetV2.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Custom CNN achieved 75.29% validation accuracy despite complex 3-class distribution.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Transfer learning proved significantly superior (+10% accuracy gain).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Botanical Outlier Study: Dragon Lily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🌿 Dracunculus vulgaris (Dragon Lily)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Botanical anomaly: visually completely different from 6-petal trumpet lilies.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Visual Features: Deep maroon spathe (funnel bract) + tall black spadix spike.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Standard flower models misclassify Dragon Lilies as 'Other Flowers' or non-plants.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Represents real-world high intra-class variance in computer vision.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💡 Solution &amp; Validation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Curated Research-Grade observations of Dracunculus vulgaris in iNaturalist.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Included Dragon Lily samples directly into the training distribution.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Result: MobileNetV2 accurately identifies Dragon Lily as Lily with high confidence!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Demonstrates how thoughtful data distribution engineering solves domain edge cases.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Production Deployment &amp; Crawler Compatibility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⚡ PyTorch to ONNX Web Pipeline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Trained PyTorch checkpoints exported to ONNX format.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Custom CNN: 3.5 MB ONNX model (lightweight).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MobileNetV2: 9.1 MB ONNX model (high precision).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Runs directly in the user's browser via ONNX Runtime Web (WASM).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Zero server compute costs, zero API latency, 100% user privacy.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🌐 Submission Hub &amp; Automated Crawler Ready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Modern responsive UI with drag-and-drop inference.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Side-by-side comparison cards with real-time probability meters.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Automated evaluation links accessible directly on frontend: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📦 Dataset Download ZIP &amp; Full 15k Script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📄 Project Report (PDF &amp; Word)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📊 Presentation Slides (PPTX)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🧠 Downloadable Model Weights (.pth)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💼 LinkedIn Post &amp; GitHub Source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Summary &amp; 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🎓 Academic &amp; Practical Highlights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1. Successfully engineered an end-to-end deep learning system on 15,276 images (5,000 Lily, 5,276 Other Flowers, 5,000 Non-Flower).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2. Validated that Data Quality + Scale yields robust generalization: MobileNetV2 achieved 85.11% validation accuracy and 91% Lily recall.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3. Solved the closed-world limitation with an Open-Set Non-Flower Rejection engine (guaranteeing 0.0% on non-flower objects).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4. Deployed interactive client-side ONNX models on Vercel with direct download links for automated evaluation scripts.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5. Complete repository with reproducible source code, documentation, video presentation, and social post.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Supervised by Prof. Dr Munir Ahmad | Ahmad Ishtiaq (SU92-BSCSM-F23-318, Section: BSCS-7A)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